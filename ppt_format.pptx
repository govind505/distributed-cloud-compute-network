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B565A9-993C-431B-979D-3189A375E6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5874E5-4821-49A5-9016-B01F9300FE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AD56C1-6231-434E-9690-192CC4E52D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4DE8FC-D8B8-4FFA-9DD5-AE93A63C5E2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1E2747-A883-431D-8ACE-27D989A273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4EBC55-1021-4032-A5A6-E8A18F4FE22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5B9DE8-FB25-4239-868F-BA22242706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2A683B-2D27-4B67-9649-935DF23906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C4BA01-4BA4-4A14-8201-BD5E9B769F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0BD3AC-7501-413D-A364-867FEC160CE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8A5D9A-92BC-4033-B940-6CF6B255887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C0D9F7-3432-4AA2-BD54-23E81AE7880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3F69D7-BAD5-48F2-B88A-6E359FF56C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C17B7F-D62C-487C-9030-D4F895864A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0BAA47-7A70-4114-9617-A6901E4BDD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99E681-D48B-4D55-A4E2-302C2F78109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7B6185-B519-4750-A303-D136C565D19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EDE0DC-C57E-4719-B929-96664D6998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186138-B287-4DEB-B0EA-F2D231A3C4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9A46CD-7A0C-44B2-8D3F-AFE77FE4BE3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B4C3CB-68C9-453B-BF5A-247D9A5D80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D3E37F-50C2-4FCF-97CC-B4A80AA2C7C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F4C4C6-CF81-495B-A44C-84AD3DEA11B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47C1FC-9785-4D6C-B157-DC41EE939D8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0B605CA-C627-4DBD-B7E1-731A9B4650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D35C247-646D-4047-8FD1-EF6FA77F01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E63898B-DCE8-4E01-91EA-2F141617F6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18A684E-E677-4782-8D57-C9C1981047F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AA36C47-9563-4730-AB8D-D69E3EAB9E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DCDC844-FE07-4EEA-9600-6BE3EBFBDD2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4447A23-0EEC-4E1F-8AE5-35538F9BA3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887DE6C-397F-4210-BC42-B467FBE109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F4BE1A1-1E5C-41BB-B91F-D6EB865CED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EA3E38B-7C12-40CB-8A04-852A0A43EA9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6264EB6-DEE2-4A45-94DB-D0CC15510BA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743A51E-A27F-4A52-A34F-47AFD0499FC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E8510C1-2448-4775-A45F-EE04738A8FFE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9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" name="" descr=""/>
          <p:cNvPicPr/>
          <p:nvPr/>
        </p:nvPicPr>
        <p:blipFill>
          <a:blip r:embed="rId3"/>
          <a:stretch/>
        </p:blipFill>
        <p:spPr>
          <a:xfrm>
            <a:off x="3838680" y="2160000"/>
            <a:ext cx="4405320" cy="15375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3622BF6-C1EF-49E2-A6E9-8DC057FE5E3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0" y="2275920"/>
            <a:ext cx="12191760" cy="5644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000"/>
          </a:bodyPr>
          <a:p>
            <a:pPr algn="ctr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17375e"/>
                </a:solidFill>
                <a:latin typeface="Calibri"/>
              </a:rPr>
              <a:t>TITLE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7" name="" descr=""/>
          <p:cNvPicPr/>
          <p:nvPr/>
        </p:nvPicPr>
        <p:blipFill>
          <a:blip r:embed="rId3"/>
          <a:stretch/>
        </p:blipFill>
        <p:spPr>
          <a:xfrm>
            <a:off x="10260000" y="6011280"/>
            <a:ext cx="1681920" cy="5871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4412AF1-E513-4153-8A8C-B9990C0B2C5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87" name="" descr=""/>
          <p:cNvPicPr/>
          <p:nvPr/>
        </p:nvPicPr>
        <p:blipFill>
          <a:blip r:embed="rId3"/>
          <a:stretch/>
        </p:blipFill>
        <p:spPr>
          <a:xfrm>
            <a:off x="4653720" y="3888000"/>
            <a:ext cx="2784240" cy="972000"/>
          </a:xfrm>
          <a:prstGeom prst="rect">
            <a:avLst/>
          </a:prstGeom>
          <a:ln w="0">
            <a:noFill/>
          </a:ln>
        </p:spPr>
      </p:pic>
      <p:sp>
        <p:nvSpPr>
          <p:cNvPr id="8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9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0" y="2137680"/>
            <a:ext cx="12191760" cy="5644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000"/>
          </a:bodyPr>
          <a:p>
            <a:pPr algn="ctr">
              <a:lnSpc>
                <a:spcPct val="100000"/>
              </a:lnSpc>
              <a:buNone/>
            </a:pPr>
            <a:r>
              <a:rPr b="0" lang="en-GB" sz="3600" spc="-1" strike="noStrike">
                <a:solidFill>
                  <a:srgbClr val="000000"/>
                </a:solidFill>
                <a:latin typeface="Calibri"/>
              </a:rPr>
              <a:t>Project Title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389160" y="4606920"/>
            <a:ext cx="38235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Times New Roman"/>
              </a:rPr>
              <a:t>SUBMITTED BY:-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Times New Roman"/>
              </a:rPr>
              <a:t>Student Names with Roll Nos. and branch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8" name="CustomShape 3"/>
          <p:cNvSpPr/>
          <p:nvPr/>
        </p:nvSpPr>
        <p:spPr>
          <a:xfrm>
            <a:off x="7816680" y="4899240"/>
            <a:ext cx="383220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Times New Roman"/>
              </a:rPr>
              <a:t>MENTORED BY:-</a:t>
            </a:r>
            <a:endParaRPr b="0" lang="en-IN" sz="1400" spc="-1" strike="noStrike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Times New Roman"/>
              </a:rPr>
              <a:t>Faculty Name with Full Designation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9" name="Title 1"/>
          <p:cNvSpPr/>
          <p:nvPr/>
        </p:nvSpPr>
        <p:spPr>
          <a:xfrm>
            <a:off x="0" y="398880"/>
            <a:ext cx="1219176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6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600" spc="-1" strike="noStrike">
                <a:solidFill>
                  <a:srgbClr val="000000"/>
                </a:solidFill>
                <a:latin typeface="Calibri"/>
              </a:rPr>
              <a:t>Minor Project Synopsis Presentation</a:t>
            </a:r>
            <a:endParaRPr b="0" lang="en-IN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Abstract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31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Introduction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33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Objectives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35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Methodology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37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Tools and Technologies 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39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Screenshots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41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Pert Chart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43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References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45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8567</TotalTime>
  <Application>LibreOffice/7.3.7.2$Linux_X86_64 LibreOffice_project/30$Build-2</Application>
  <AppVersion>15.0000</AppVersion>
  <Words>36</Words>
  <Paragraphs>14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2017-08-14T08:34:40Z</dcterms:created>
  <dc:creator>Apple 2</dc:creator>
  <dc:description/>
  <dc:language>en-IN</dc:language>
  <cp:lastModifiedBy/>
  <cp:lastPrinted>2017-08-16T11:40:20Z</cp:lastPrinted>
  <dcterms:modified xsi:type="dcterms:W3CDTF">2025-08-28T20:10:44Z</dcterms:modified>
  <cp:revision>663</cp:revision>
  <dc:subject/>
  <dc:title>Strengthen the embankments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11</vt:i4>
  </property>
</Properties>
</file>